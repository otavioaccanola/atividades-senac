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exend Exa" charset="1" panose="00000000000000000000"/>
      <p:regular r:id="rId22"/>
    </p:embeddedFont>
    <p:embeddedFont>
      <p:font typeface="Lexend Deca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3314" y="3254382"/>
            <a:ext cx="12379369" cy="368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sz="9399">
                <a:solidFill>
                  <a:srgbClr val="F4F2E1"/>
                </a:solidFill>
                <a:latin typeface="Lexend Exa"/>
                <a:ea typeface="Lexend Exa"/>
                <a:cs typeface="Lexend Exa"/>
                <a:sym typeface="Lexend Exa"/>
              </a:rPr>
              <a:t>APRESENTAÇÃO API BOT TELEGRAM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462393" y="6554792"/>
            <a:ext cx="4666268" cy="4114800"/>
          </a:xfrm>
          <a:custGeom>
            <a:avLst/>
            <a:gdLst/>
            <a:ahLst/>
            <a:cxnLst/>
            <a:rect r="r" b="b" t="t" l="l"/>
            <a:pathLst>
              <a:path h="4114800" w="4666268">
                <a:moveTo>
                  <a:pt x="0" y="0"/>
                </a:moveTo>
                <a:lnTo>
                  <a:pt x="4666268" y="0"/>
                </a:lnTo>
                <a:lnTo>
                  <a:pt x="46662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32683" y="-604675"/>
            <a:ext cx="4253234" cy="4284393"/>
          </a:xfrm>
          <a:custGeom>
            <a:avLst/>
            <a:gdLst/>
            <a:ahLst/>
            <a:cxnLst/>
            <a:rect r="r" b="b" t="t" l="l"/>
            <a:pathLst>
              <a:path h="4284393" w="4253234">
                <a:moveTo>
                  <a:pt x="0" y="0"/>
                </a:moveTo>
                <a:lnTo>
                  <a:pt x="4253234" y="0"/>
                </a:lnTo>
                <a:lnTo>
                  <a:pt x="4253234" y="4284393"/>
                </a:lnTo>
                <a:lnTo>
                  <a:pt x="0" y="4284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59956" y="5941222"/>
            <a:ext cx="5542224" cy="5884601"/>
          </a:xfrm>
          <a:custGeom>
            <a:avLst/>
            <a:gdLst/>
            <a:ahLst/>
            <a:cxnLst/>
            <a:rect r="r" b="b" t="t" l="l"/>
            <a:pathLst>
              <a:path h="5884601" w="5542224">
                <a:moveTo>
                  <a:pt x="0" y="0"/>
                </a:moveTo>
                <a:lnTo>
                  <a:pt x="5542224" y="0"/>
                </a:lnTo>
                <a:lnTo>
                  <a:pt x="5542224" y="5884601"/>
                </a:lnTo>
                <a:lnTo>
                  <a:pt x="0" y="5884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74444" y="-484526"/>
            <a:ext cx="5832291" cy="3138833"/>
          </a:xfrm>
          <a:custGeom>
            <a:avLst/>
            <a:gdLst/>
            <a:ahLst/>
            <a:cxnLst/>
            <a:rect r="r" b="b" t="t" l="l"/>
            <a:pathLst>
              <a:path h="3138833" w="5832291">
                <a:moveTo>
                  <a:pt x="0" y="0"/>
                </a:moveTo>
                <a:lnTo>
                  <a:pt x="5832291" y="0"/>
                </a:lnTo>
                <a:lnTo>
                  <a:pt x="5832291" y="3138833"/>
                </a:lnTo>
                <a:lnTo>
                  <a:pt x="0" y="31388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19809" y="174555"/>
            <a:ext cx="846380" cy="854145"/>
          </a:xfrm>
          <a:custGeom>
            <a:avLst/>
            <a:gdLst/>
            <a:ahLst/>
            <a:cxnLst/>
            <a:rect r="r" b="b" t="t" l="l"/>
            <a:pathLst>
              <a:path h="854145" w="846380">
                <a:moveTo>
                  <a:pt x="0" y="0"/>
                </a:moveTo>
                <a:lnTo>
                  <a:pt x="846380" y="0"/>
                </a:lnTo>
                <a:lnTo>
                  <a:pt x="846380" y="854145"/>
                </a:lnTo>
                <a:lnTo>
                  <a:pt x="0" y="8541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626572" y="8056904"/>
            <a:ext cx="4403087" cy="1200072"/>
            <a:chOff x="0" y="0"/>
            <a:chExt cx="5870783" cy="16000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5870783" cy="579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47"/>
                </a:lnSpc>
                <a:spcBef>
                  <a:spcPct val="0"/>
                </a:spcBef>
              </a:pPr>
              <a:r>
                <a:rPr lang="en-US" sz="2729">
                  <a:solidFill>
                    <a:srgbClr val="F4F2E1"/>
                  </a:solidFill>
                  <a:latin typeface="Lexend Exa"/>
                  <a:ea typeface="Lexend Exa"/>
                  <a:cs typeface="Lexend Exa"/>
                  <a:sym typeface="Lexend Exa"/>
                </a:rPr>
                <a:t>Apresentado por: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3003"/>
              <a:ext cx="5870783" cy="89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41"/>
                </a:lnSpc>
              </a:pPr>
              <a:r>
                <a:rPr lang="en-US" sz="2108">
                  <a:solidFill>
                    <a:srgbClr val="F4F2E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João Pedro Rodrigues de Araújo</a:t>
              </a:r>
            </a:p>
            <a:p>
              <a:pPr algn="ctr" marL="0" indent="0" lvl="0">
                <a:lnSpc>
                  <a:spcPts val="2741"/>
                </a:lnSpc>
                <a:spcBef>
                  <a:spcPct val="0"/>
                </a:spcBef>
              </a:pPr>
              <a:r>
                <a:rPr lang="en-US" sz="2108">
                  <a:solidFill>
                    <a:srgbClr val="F4F2E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Otávio Augusto Canola do Carmo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21451" y="1061008"/>
            <a:ext cx="444509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4F2E1"/>
                </a:solidFill>
                <a:latin typeface="Lexend Exa"/>
                <a:ea typeface="Lexend Exa"/>
                <a:cs typeface="Lexend Exa"/>
                <a:sym typeface="Lexend Exa"/>
              </a:rPr>
              <a:t>API BOT TELEGRAM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28116" y="525933"/>
            <a:ext cx="200608" cy="141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"/>
              </a:lnSpc>
              <a:spcBef>
                <a:spcPct val="0"/>
              </a:spcBef>
            </a:pPr>
            <a:r>
              <a:rPr lang="en-US" sz="871">
                <a:solidFill>
                  <a:srgbClr val="F4F2E1"/>
                </a:solidFill>
                <a:latin typeface="Lexend Deca"/>
                <a:ea typeface="Lexend Deca"/>
                <a:cs typeface="Lexend Deca"/>
                <a:sym typeface="Lexend Deca"/>
              </a:rPr>
              <a:t>API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682316" y="2878361"/>
          <a:ext cx="6978611" cy="5428246"/>
        </p:xfrm>
        <a:graphic>
          <a:graphicData uri="http://schemas.openxmlformats.org/drawingml/2006/table">
            <a:tbl>
              <a:tblPr/>
              <a:tblGrid>
                <a:gridCol w="928592"/>
                <a:gridCol w="5943518"/>
              </a:tblGrid>
              <a:tr h="1838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2AABEE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2AABEE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Visão Geral - Funcionalidades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49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914D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FF914D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APIs Usadas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49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575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FF575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Códigos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144000" y="1427081"/>
            <a:ext cx="9207344" cy="7432838"/>
          </a:xfrm>
          <a:custGeom>
            <a:avLst/>
            <a:gdLst/>
            <a:ahLst/>
            <a:cxnLst/>
            <a:rect r="r" b="b" t="t" l="l"/>
            <a:pathLst>
              <a:path h="7432838" w="9207344">
                <a:moveTo>
                  <a:pt x="0" y="0"/>
                </a:moveTo>
                <a:lnTo>
                  <a:pt x="9207344" y="0"/>
                </a:lnTo>
                <a:lnTo>
                  <a:pt x="9207344" y="7432838"/>
                </a:lnTo>
                <a:lnTo>
                  <a:pt x="0" y="7432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33411" y="1274226"/>
            <a:ext cx="69105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>
                <a:solidFill>
                  <a:srgbClr val="F4F2E1"/>
                </a:solidFill>
                <a:latin typeface="Lexend Exa"/>
                <a:ea typeface="Lexend Exa"/>
                <a:cs typeface="Lexend Exa"/>
                <a:sym typeface="Lexend Exa"/>
              </a:rPr>
              <a:t>Tópicos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850966" y="7744125"/>
            <a:ext cx="20644806" cy="6906626"/>
          </a:xfrm>
          <a:custGeom>
            <a:avLst/>
            <a:gdLst/>
            <a:ahLst/>
            <a:cxnLst/>
            <a:rect r="r" b="b" t="t" l="l"/>
            <a:pathLst>
              <a:path h="6906626" w="20644806">
                <a:moveTo>
                  <a:pt x="20644806" y="6906626"/>
                </a:moveTo>
                <a:lnTo>
                  <a:pt x="0" y="6906626"/>
                </a:lnTo>
                <a:lnTo>
                  <a:pt x="0" y="0"/>
                </a:lnTo>
                <a:lnTo>
                  <a:pt x="20644806" y="0"/>
                </a:lnTo>
                <a:lnTo>
                  <a:pt x="20644806" y="69066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61062" y="4509760"/>
            <a:ext cx="1933386" cy="1933386"/>
          </a:xfrm>
          <a:custGeom>
            <a:avLst/>
            <a:gdLst/>
            <a:ahLst/>
            <a:cxnLst/>
            <a:rect r="r" b="b" t="t" l="l"/>
            <a:pathLst>
              <a:path h="1933386" w="1933386">
                <a:moveTo>
                  <a:pt x="0" y="0"/>
                </a:moveTo>
                <a:lnTo>
                  <a:pt x="1933386" y="0"/>
                </a:lnTo>
                <a:lnTo>
                  <a:pt x="1933386" y="1933386"/>
                </a:lnTo>
                <a:lnTo>
                  <a:pt x="0" y="1933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38648" y="4509760"/>
            <a:ext cx="1933386" cy="193338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827726" y="4308363"/>
            <a:ext cx="2279029" cy="2279029"/>
          </a:xfrm>
          <a:custGeom>
            <a:avLst/>
            <a:gdLst/>
            <a:ahLst/>
            <a:cxnLst/>
            <a:rect r="r" b="b" t="t" l="l"/>
            <a:pathLst>
              <a:path h="2279029" w="2279029">
                <a:moveTo>
                  <a:pt x="0" y="0"/>
                </a:moveTo>
                <a:lnTo>
                  <a:pt x="2279029" y="0"/>
                </a:lnTo>
                <a:lnTo>
                  <a:pt x="2279029" y="2279029"/>
                </a:lnTo>
                <a:lnTo>
                  <a:pt x="0" y="2279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503690" y="4654006"/>
            <a:ext cx="1933386" cy="193338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389682" y="2505729"/>
            <a:ext cx="9018775" cy="132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3599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O Projeto tem como Objetivo criar uma IA Assistente usando a API do Telegram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9682" y="324496"/>
            <a:ext cx="901877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2AABEE"/>
                </a:solidFill>
                <a:latin typeface="Lexend Exa"/>
                <a:ea typeface="Lexend Exa"/>
                <a:cs typeface="Lexend Exa"/>
                <a:sym typeface="Lexend Exa"/>
              </a:rPr>
              <a:t>Visão geral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4628315" y="2989833"/>
            <a:ext cx="20644806" cy="6906626"/>
          </a:xfrm>
          <a:custGeom>
            <a:avLst/>
            <a:gdLst/>
            <a:ahLst/>
            <a:cxnLst/>
            <a:rect r="r" b="b" t="t" l="l"/>
            <a:pathLst>
              <a:path h="6906626" w="20644806">
                <a:moveTo>
                  <a:pt x="20644807" y="6906626"/>
                </a:moveTo>
                <a:lnTo>
                  <a:pt x="0" y="6906626"/>
                </a:lnTo>
                <a:lnTo>
                  <a:pt x="0" y="0"/>
                </a:lnTo>
                <a:lnTo>
                  <a:pt x="20644807" y="0"/>
                </a:lnTo>
                <a:lnTo>
                  <a:pt x="20644807" y="69066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497201"/>
            <a:ext cx="2316951" cy="2316951"/>
          </a:xfrm>
          <a:custGeom>
            <a:avLst/>
            <a:gdLst/>
            <a:ahLst/>
            <a:cxnLst/>
            <a:rect r="r" b="b" t="t" l="l"/>
            <a:pathLst>
              <a:path h="2316951" w="2316951">
                <a:moveTo>
                  <a:pt x="0" y="0"/>
                </a:moveTo>
                <a:lnTo>
                  <a:pt x="2316951" y="0"/>
                </a:lnTo>
                <a:lnTo>
                  <a:pt x="2316951" y="2316951"/>
                </a:lnTo>
                <a:lnTo>
                  <a:pt x="0" y="2316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63206" y="4440051"/>
            <a:ext cx="2453288" cy="245328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74367" y="4324379"/>
            <a:ext cx="2626109" cy="2626109"/>
            <a:chOff x="0" y="0"/>
            <a:chExt cx="3501479" cy="350147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73702" y="227320"/>
              <a:ext cx="3046840" cy="3046840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01479" cy="3501479"/>
            </a:xfrm>
            <a:custGeom>
              <a:avLst/>
              <a:gdLst/>
              <a:ahLst/>
              <a:cxnLst/>
              <a:rect r="r" b="b" t="t" l="l"/>
              <a:pathLst>
                <a:path h="3501479" w="3501479">
                  <a:moveTo>
                    <a:pt x="0" y="0"/>
                  </a:moveTo>
                  <a:lnTo>
                    <a:pt x="3501479" y="0"/>
                  </a:lnTo>
                  <a:lnTo>
                    <a:pt x="3501479" y="3501479"/>
                  </a:lnTo>
                  <a:lnTo>
                    <a:pt x="0" y="3501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52662" y="2127003"/>
            <a:ext cx="7365493" cy="132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Foram Utilizadas 3 APIs para o Desenvolvimento do Projeto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89682" y="324496"/>
            <a:ext cx="901877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914D"/>
                </a:solidFill>
                <a:latin typeface="Lexend Exa"/>
                <a:ea typeface="Lexend Exa"/>
                <a:cs typeface="Lexend Exa"/>
                <a:sym typeface="Lexend Exa"/>
              </a:rPr>
              <a:t>APIs Usadas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940964"/>
            <a:ext cx="1832521" cy="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4F2E1"/>
                </a:solidFill>
                <a:latin typeface="Lexend Deca"/>
                <a:ea typeface="Lexend Deca"/>
                <a:cs typeface="Lexend Deca"/>
                <a:sym typeface="Lexend Deca"/>
              </a:rPr>
              <a:t>Telegram API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69710" y="6940964"/>
            <a:ext cx="1235422" cy="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4F2E1"/>
                </a:solidFill>
                <a:latin typeface="Lexend Deca"/>
                <a:ea typeface="Lexend Deca"/>
                <a:cs typeface="Lexend Deca"/>
                <a:sym typeface="Lexend Deca"/>
              </a:rPr>
              <a:t>Grok 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71010" y="6940964"/>
            <a:ext cx="1437680" cy="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4F2E1"/>
                </a:solidFill>
                <a:latin typeface="Lexend Deca"/>
                <a:ea typeface="Lexend Deca"/>
                <a:cs typeface="Lexend Deca"/>
                <a:sym typeface="Lexend Deca"/>
              </a:rPr>
              <a:t>Pexels API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4628315" y="2989833"/>
            <a:ext cx="20644806" cy="6906626"/>
          </a:xfrm>
          <a:custGeom>
            <a:avLst/>
            <a:gdLst/>
            <a:ahLst/>
            <a:cxnLst/>
            <a:rect r="r" b="b" t="t" l="l"/>
            <a:pathLst>
              <a:path h="6906626" w="20644806">
                <a:moveTo>
                  <a:pt x="20644807" y="6906626"/>
                </a:moveTo>
                <a:lnTo>
                  <a:pt x="0" y="6906626"/>
                </a:lnTo>
                <a:lnTo>
                  <a:pt x="0" y="0"/>
                </a:lnTo>
                <a:lnTo>
                  <a:pt x="20644807" y="0"/>
                </a:lnTo>
                <a:lnTo>
                  <a:pt x="20644807" y="69066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84660" y="4564339"/>
            <a:ext cx="2083415" cy="2083415"/>
            <a:chOff x="0" y="0"/>
            <a:chExt cx="2777887" cy="277788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777887" cy="2777887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93921" y="194603"/>
              <a:ext cx="2390045" cy="2405490"/>
            </a:xfrm>
            <a:custGeom>
              <a:avLst/>
              <a:gdLst/>
              <a:ahLst/>
              <a:cxnLst/>
              <a:rect r="r" b="b" t="t" l="l"/>
              <a:pathLst>
                <a:path h="2405490" w="2390045">
                  <a:moveTo>
                    <a:pt x="0" y="0"/>
                  </a:moveTo>
                  <a:lnTo>
                    <a:pt x="2390045" y="0"/>
                  </a:lnTo>
                  <a:lnTo>
                    <a:pt x="2390045" y="2405490"/>
                  </a:lnTo>
                  <a:lnTo>
                    <a:pt x="0" y="2405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615" t="0" r="0" b="-786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33281" y="1482048"/>
            <a:ext cx="9386171" cy="267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99"/>
              </a:lnSpc>
            </a:pPr>
            <a:r>
              <a:rPr lang="en-US" sz="3599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Foi utilizada a voz “Francisca-Neural”, voz de Inteligência Artificial ultra-realista (da Microsoft) em Português do Brasil.</a:t>
            </a:r>
          </a:p>
          <a:p>
            <a:pPr algn="just">
              <a:lnSpc>
                <a:spcPts val="53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89682" y="324496"/>
            <a:ext cx="901877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914D"/>
                </a:solidFill>
                <a:latin typeface="Lexend Exa"/>
                <a:ea typeface="Lexend Exa"/>
                <a:cs typeface="Lexend Exa"/>
                <a:sym typeface="Lexend Exa"/>
              </a:rPr>
              <a:t>APIs Usadas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66401" y="6803020"/>
            <a:ext cx="2319933" cy="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4F2E1"/>
                </a:solidFill>
                <a:latin typeface="Lexend Deca"/>
                <a:ea typeface="Lexend Deca"/>
                <a:cs typeface="Lexend Deca"/>
                <a:sym typeface="Lexend Deca"/>
              </a:rPr>
              <a:t>Francisca-Neural</a:t>
            </a: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66458" y="9139528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6"/>
                </a:lnTo>
                <a:lnTo>
                  <a:pt x="0" y="1008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5204" y="3113126"/>
            <a:ext cx="17717591" cy="5751199"/>
          </a:xfrm>
          <a:custGeom>
            <a:avLst/>
            <a:gdLst/>
            <a:ahLst/>
            <a:cxnLst/>
            <a:rect r="r" b="b" t="t" l="l"/>
            <a:pathLst>
              <a:path h="5751199" w="17717591">
                <a:moveTo>
                  <a:pt x="0" y="0"/>
                </a:moveTo>
                <a:lnTo>
                  <a:pt x="17717592" y="0"/>
                </a:lnTo>
                <a:lnTo>
                  <a:pt x="17717592" y="5751199"/>
                </a:lnTo>
                <a:lnTo>
                  <a:pt x="0" y="5751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26" r="-7019" b="-167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06055" y="735471"/>
            <a:ext cx="90758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Códigos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415514" y="2233016"/>
            <a:ext cx="9559514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Importações das bibliotecas e APIs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9496963" y="-9620446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7"/>
                </a:lnTo>
                <a:lnTo>
                  <a:pt x="0" y="1008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12382" y="9105102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7"/>
                </a:lnTo>
                <a:lnTo>
                  <a:pt x="0" y="1008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8839" y="2650314"/>
            <a:ext cx="14425004" cy="6043172"/>
          </a:xfrm>
          <a:custGeom>
            <a:avLst/>
            <a:gdLst/>
            <a:ahLst/>
            <a:cxnLst/>
            <a:rect r="r" b="b" t="t" l="l"/>
            <a:pathLst>
              <a:path h="6043172" w="14425004">
                <a:moveTo>
                  <a:pt x="0" y="0"/>
                </a:moveTo>
                <a:lnTo>
                  <a:pt x="14425004" y="0"/>
                </a:lnTo>
                <a:lnTo>
                  <a:pt x="14425004" y="6043172"/>
                </a:lnTo>
                <a:lnTo>
                  <a:pt x="0" y="6043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7" r="-924" b="-247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06055" y="753160"/>
            <a:ext cx="90758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Códigos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621047" y="1907172"/>
            <a:ext cx="9559514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Inicialização e logging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9496963" y="-9620446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7"/>
                </a:lnTo>
                <a:lnTo>
                  <a:pt x="0" y="1008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12382" y="8374464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6"/>
                </a:lnTo>
                <a:lnTo>
                  <a:pt x="0" y="1008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2498" y="2863482"/>
            <a:ext cx="15873995" cy="3363909"/>
          </a:xfrm>
          <a:custGeom>
            <a:avLst/>
            <a:gdLst/>
            <a:ahLst/>
            <a:cxnLst/>
            <a:rect r="r" b="b" t="t" l="l"/>
            <a:pathLst>
              <a:path h="3363909" w="15873995">
                <a:moveTo>
                  <a:pt x="0" y="0"/>
                </a:moveTo>
                <a:lnTo>
                  <a:pt x="15873995" y="0"/>
                </a:lnTo>
                <a:lnTo>
                  <a:pt x="15873995" y="3363910"/>
                </a:lnTo>
                <a:lnTo>
                  <a:pt x="0" y="3363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3" r="0" b="-893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06055" y="753160"/>
            <a:ext cx="90758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Códigos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621047" y="1907172"/>
            <a:ext cx="9559514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Tratamento de Strings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9496963" y="-9620446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7"/>
                </a:lnTo>
                <a:lnTo>
                  <a:pt x="0" y="1008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35841" y="9626693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6"/>
                </a:lnTo>
                <a:lnTo>
                  <a:pt x="0" y="1008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9539" y="2708656"/>
            <a:ext cx="11069587" cy="6710914"/>
          </a:xfrm>
          <a:custGeom>
            <a:avLst/>
            <a:gdLst/>
            <a:ahLst/>
            <a:cxnLst/>
            <a:rect r="r" b="b" t="t" l="l"/>
            <a:pathLst>
              <a:path h="6710914" w="11069587">
                <a:moveTo>
                  <a:pt x="0" y="0"/>
                </a:moveTo>
                <a:lnTo>
                  <a:pt x="11069586" y="0"/>
                </a:lnTo>
                <a:lnTo>
                  <a:pt x="11069586" y="6710914"/>
                </a:lnTo>
                <a:lnTo>
                  <a:pt x="0" y="6710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5" r="0" b="-107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9496963" y="-9620446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7"/>
                </a:lnTo>
                <a:lnTo>
                  <a:pt x="0" y="1008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06055" y="753160"/>
            <a:ext cx="90758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Códigos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211472" y="1897647"/>
            <a:ext cx="9559514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Motor de síntese de voz(TTS)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12382" y="8374464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6"/>
                </a:lnTo>
                <a:lnTo>
                  <a:pt x="0" y="1008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9784" y="3212788"/>
            <a:ext cx="15227463" cy="3861424"/>
          </a:xfrm>
          <a:custGeom>
            <a:avLst/>
            <a:gdLst/>
            <a:ahLst/>
            <a:cxnLst/>
            <a:rect r="r" b="b" t="t" l="l"/>
            <a:pathLst>
              <a:path h="3861424" w="15227463">
                <a:moveTo>
                  <a:pt x="0" y="0"/>
                </a:moveTo>
                <a:lnTo>
                  <a:pt x="15227463" y="0"/>
                </a:lnTo>
                <a:lnTo>
                  <a:pt x="15227463" y="3861424"/>
                </a:lnTo>
                <a:lnTo>
                  <a:pt x="0" y="3861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" t="0" r="-2494" b="-113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06055" y="753160"/>
            <a:ext cx="90758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Códigos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955" y="2022464"/>
            <a:ext cx="9559514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Controle de memória e interações básicas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9496963" y="-9620446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7"/>
                </a:lnTo>
                <a:lnTo>
                  <a:pt x="0" y="1008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12382" y="8374464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6"/>
                </a:lnTo>
                <a:lnTo>
                  <a:pt x="0" y="1008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7294" y="3093074"/>
            <a:ext cx="14111300" cy="3686602"/>
          </a:xfrm>
          <a:custGeom>
            <a:avLst/>
            <a:gdLst/>
            <a:ahLst/>
            <a:cxnLst/>
            <a:rect r="r" b="b" t="t" l="l"/>
            <a:pathLst>
              <a:path h="3686602" w="14111300">
                <a:moveTo>
                  <a:pt x="0" y="0"/>
                </a:moveTo>
                <a:lnTo>
                  <a:pt x="14111300" y="0"/>
                </a:lnTo>
                <a:lnTo>
                  <a:pt x="14111300" y="3686602"/>
                </a:lnTo>
                <a:lnTo>
                  <a:pt x="0" y="3686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" t="0" r="-99" b="-99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955" y="2022464"/>
            <a:ext cx="636010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Web Scrapping (Wikipedia)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9496963" y="-9620446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7"/>
                </a:lnTo>
                <a:lnTo>
                  <a:pt x="0" y="1008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06055" y="753160"/>
            <a:ext cx="90758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Códigos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12382" y="8374464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6"/>
                </a:lnTo>
                <a:lnTo>
                  <a:pt x="0" y="1008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9496963" y="-9620446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7"/>
                </a:lnTo>
                <a:lnTo>
                  <a:pt x="0" y="1008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248" y="3102836"/>
            <a:ext cx="11027285" cy="4081328"/>
          </a:xfrm>
          <a:custGeom>
            <a:avLst/>
            <a:gdLst/>
            <a:ahLst/>
            <a:cxnLst/>
            <a:rect r="r" b="b" t="t" l="l"/>
            <a:pathLst>
              <a:path h="4081328" w="11027285">
                <a:moveTo>
                  <a:pt x="0" y="0"/>
                </a:moveTo>
                <a:lnTo>
                  <a:pt x="11027285" y="0"/>
                </a:lnTo>
                <a:lnTo>
                  <a:pt x="11027285" y="4081328"/>
                </a:lnTo>
                <a:lnTo>
                  <a:pt x="0" y="408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0955" y="2022464"/>
            <a:ext cx="636010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Web Scrapping (Wikipedia)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06055" y="753160"/>
            <a:ext cx="90758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Códigos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35841" y="9018635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7"/>
                </a:lnTo>
                <a:lnTo>
                  <a:pt x="0" y="1008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855" y="2921624"/>
            <a:ext cx="12155824" cy="5801736"/>
          </a:xfrm>
          <a:custGeom>
            <a:avLst/>
            <a:gdLst/>
            <a:ahLst/>
            <a:cxnLst/>
            <a:rect r="r" b="b" t="t" l="l"/>
            <a:pathLst>
              <a:path h="5801736" w="12155824">
                <a:moveTo>
                  <a:pt x="0" y="0"/>
                </a:moveTo>
                <a:lnTo>
                  <a:pt x="12155824" y="0"/>
                </a:lnTo>
                <a:lnTo>
                  <a:pt x="12155824" y="5801736"/>
                </a:lnTo>
                <a:lnTo>
                  <a:pt x="0" y="580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7" r="0" b="-365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06055" y="753160"/>
            <a:ext cx="90758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Códigos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955" y="2022464"/>
            <a:ext cx="8597194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Núcleo da Inteligência artificial (LLM)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9496963" y="-9482672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6"/>
                </a:lnTo>
                <a:lnTo>
                  <a:pt x="0" y="1008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7074" y="9258300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6"/>
                </a:lnTo>
                <a:lnTo>
                  <a:pt x="0" y="1008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8223" y="2778332"/>
            <a:ext cx="11449520" cy="6213685"/>
          </a:xfrm>
          <a:custGeom>
            <a:avLst/>
            <a:gdLst/>
            <a:ahLst/>
            <a:cxnLst/>
            <a:rect r="r" b="b" t="t" l="l"/>
            <a:pathLst>
              <a:path h="6213685" w="11449520">
                <a:moveTo>
                  <a:pt x="0" y="0"/>
                </a:moveTo>
                <a:lnTo>
                  <a:pt x="11449519" y="0"/>
                </a:lnTo>
                <a:lnTo>
                  <a:pt x="11449519" y="6213685"/>
                </a:lnTo>
                <a:lnTo>
                  <a:pt x="0" y="621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8" t="0" r="-268" b="-150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955" y="1908164"/>
            <a:ext cx="6086654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E88B"/>
                </a:solidFill>
                <a:latin typeface="Lexend Deca"/>
                <a:ea typeface="Lexend Deca"/>
                <a:cs typeface="Lexend Deca"/>
                <a:sym typeface="Lexend Deca"/>
              </a:rPr>
              <a:t>Rastreamento e execução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9496963" y="-9482672"/>
            <a:ext cx="36032916" cy="10089216"/>
          </a:xfrm>
          <a:custGeom>
            <a:avLst/>
            <a:gdLst/>
            <a:ahLst/>
            <a:cxnLst/>
            <a:rect r="r" b="b" t="t" l="l"/>
            <a:pathLst>
              <a:path h="10089216" w="36032916">
                <a:moveTo>
                  <a:pt x="0" y="0"/>
                </a:moveTo>
                <a:lnTo>
                  <a:pt x="36032916" y="0"/>
                </a:lnTo>
                <a:lnTo>
                  <a:pt x="36032916" y="10089216"/>
                </a:lnTo>
                <a:lnTo>
                  <a:pt x="0" y="10089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06055" y="753160"/>
            <a:ext cx="907588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Códigos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1526" y="3254382"/>
            <a:ext cx="12379369" cy="368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sz="9399">
                <a:solidFill>
                  <a:srgbClr val="F4F2E1"/>
                </a:solidFill>
                <a:latin typeface="Lexend Exa"/>
                <a:ea typeface="Lexend Exa"/>
                <a:cs typeface="Lexend Exa"/>
                <a:sym typeface="Lexend Exa"/>
              </a:rPr>
              <a:t>MUITO OBRIGADO POR ASSISTIR!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462393" y="6554792"/>
            <a:ext cx="4666268" cy="4114800"/>
          </a:xfrm>
          <a:custGeom>
            <a:avLst/>
            <a:gdLst/>
            <a:ahLst/>
            <a:cxnLst/>
            <a:rect r="r" b="b" t="t" l="l"/>
            <a:pathLst>
              <a:path h="4114800" w="4666268">
                <a:moveTo>
                  <a:pt x="0" y="0"/>
                </a:moveTo>
                <a:lnTo>
                  <a:pt x="4666268" y="0"/>
                </a:lnTo>
                <a:lnTo>
                  <a:pt x="46662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32683" y="-604675"/>
            <a:ext cx="4253234" cy="4284393"/>
          </a:xfrm>
          <a:custGeom>
            <a:avLst/>
            <a:gdLst/>
            <a:ahLst/>
            <a:cxnLst/>
            <a:rect r="r" b="b" t="t" l="l"/>
            <a:pathLst>
              <a:path h="4284393" w="4253234">
                <a:moveTo>
                  <a:pt x="0" y="0"/>
                </a:moveTo>
                <a:lnTo>
                  <a:pt x="4253234" y="0"/>
                </a:lnTo>
                <a:lnTo>
                  <a:pt x="4253234" y="4284393"/>
                </a:lnTo>
                <a:lnTo>
                  <a:pt x="0" y="4284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59956" y="5941222"/>
            <a:ext cx="5542224" cy="5884601"/>
          </a:xfrm>
          <a:custGeom>
            <a:avLst/>
            <a:gdLst/>
            <a:ahLst/>
            <a:cxnLst/>
            <a:rect r="r" b="b" t="t" l="l"/>
            <a:pathLst>
              <a:path h="5884601" w="5542224">
                <a:moveTo>
                  <a:pt x="0" y="0"/>
                </a:moveTo>
                <a:lnTo>
                  <a:pt x="5542224" y="0"/>
                </a:lnTo>
                <a:lnTo>
                  <a:pt x="5542224" y="5884601"/>
                </a:lnTo>
                <a:lnTo>
                  <a:pt x="0" y="5884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74444" y="-484526"/>
            <a:ext cx="5832291" cy="3138833"/>
          </a:xfrm>
          <a:custGeom>
            <a:avLst/>
            <a:gdLst/>
            <a:ahLst/>
            <a:cxnLst/>
            <a:rect r="r" b="b" t="t" l="l"/>
            <a:pathLst>
              <a:path h="3138833" w="5832291">
                <a:moveTo>
                  <a:pt x="0" y="0"/>
                </a:moveTo>
                <a:lnTo>
                  <a:pt x="5832291" y="0"/>
                </a:lnTo>
                <a:lnTo>
                  <a:pt x="5832291" y="3138833"/>
                </a:lnTo>
                <a:lnTo>
                  <a:pt x="0" y="31388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19809" y="174555"/>
            <a:ext cx="846380" cy="854145"/>
          </a:xfrm>
          <a:custGeom>
            <a:avLst/>
            <a:gdLst/>
            <a:ahLst/>
            <a:cxnLst/>
            <a:rect r="r" b="b" t="t" l="l"/>
            <a:pathLst>
              <a:path h="854145" w="846380">
                <a:moveTo>
                  <a:pt x="0" y="0"/>
                </a:moveTo>
                <a:lnTo>
                  <a:pt x="846380" y="0"/>
                </a:lnTo>
                <a:lnTo>
                  <a:pt x="846380" y="854145"/>
                </a:lnTo>
                <a:lnTo>
                  <a:pt x="0" y="8541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163058" y="8612192"/>
            <a:ext cx="3549444" cy="968477"/>
            <a:chOff x="0" y="0"/>
            <a:chExt cx="4732591" cy="129130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4732591" cy="473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2E1"/>
                  </a:solidFill>
                  <a:latin typeface="Lexend Exa"/>
                  <a:ea typeface="Lexend Exa"/>
                  <a:cs typeface="Lexend Exa"/>
                  <a:sym typeface="Lexend Exa"/>
                </a:rPr>
                <a:t>Apresentado por: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64439"/>
              <a:ext cx="4732591" cy="726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0"/>
                </a:lnSpc>
              </a:pPr>
              <a:r>
                <a:rPr lang="en-US" sz="1700">
                  <a:solidFill>
                    <a:srgbClr val="F4F2E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João Pedro Rodrigues de Araújo</a:t>
              </a:r>
            </a:p>
            <a:p>
              <a:pPr algn="ctr" marL="0" indent="0" lvl="0">
                <a:lnSpc>
                  <a:spcPts val="221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4F2E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Otávio Augusto Canola do Carmo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21451" y="1061008"/>
            <a:ext cx="444509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4F2E1"/>
                </a:solidFill>
                <a:latin typeface="Lexend Exa"/>
                <a:ea typeface="Lexend Exa"/>
                <a:cs typeface="Lexend Exa"/>
                <a:sym typeface="Lexend Exa"/>
              </a:rPr>
              <a:t>API BOT TELEGRAM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28116" y="525933"/>
            <a:ext cx="200608" cy="141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"/>
              </a:lnSpc>
              <a:spcBef>
                <a:spcPct val="0"/>
              </a:spcBef>
            </a:pPr>
            <a:r>
              <a:rPr lang="en-US" sz="871">
                <a:solidFill>
                  <a:srgbClr val="F4F2E1"/>
                </a:solidFill>
                <a:latin typeface="Lexend Deca"/>
                <a:ea typeface="Lexend Deca"/>
                <a:cs typeface="Lexend Deca"/>
                <a:sym typeface="Lexend Deca"/>
              </a:rPr>
              <a:t>API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6504" y="3665254"/>
            <a:ext cx="12379369" cy="247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sz="9399">
                <a:solidFill>
                  <a:srgbClr val="F4F2E1"/>
                </a:solidFill>
                <a:latin typeface="Lexend Exa"/>
                <a:ea typeface="Lexend Exa"/>
                <a:cs typeface="Lexend Exa"/>
                <a:sym typeface="Lexend Exa"/>
              </a:rPr>
              <a:t>ALGUMA PERGUNTA?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462393" y="6554792"/>
            <a:ext cx="4666268" cy="4114800"/>
          </a:xfrm>
          <a:custGeom>
            <a:avLst/>
            <a:gdLst/>
            <a:ahLst/>
            <a:cxnLst/>
            <a:rect r="r" b="b" t="t" l="l"/>
            <a:pathLst>
              <a:path h="4114800" w="4666268">
                <a:moveTo>
                  <a:pt x="0" y="0"/>
                </a:moveTo>
                <a:lnTo>
                  <a:pt x="4666268" y="0"/>
                </a:lnTo>
                <a:lnTo>
                  <a:pt x="46662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32683" y="-604675"/>
            <a:ext cx="4253234" cy="4284393"/>
          </a:xfrm>
          <a:custGeom>
            <a:avLst/>
            <a:gdLst/>
            <a:ahLst/>
            <a:cxnLst/>
            <a:rect r="r" b="b" t="t" l="l"/>
            <a:pathLst>
              <a:path h="4284393" w="4253234">
                <a:moveTo>
                  <a:pt x="0" y="0"/>
                </a:moveTo>
                <a:lnTo>
                  <a:pt x="4253234" y="0"/>
                </a:lnTo>
                <a:lnTo>
                  <a:pt x="4253234" y="4284393"/>
                </a:lnTo>
                <a:lnTo>
                  <a:pt x="0" y="4284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59956" y="5941222"/>
            <a:ext cx="5542224" cy="5884601"/>
          </a:xfrm>
          <a:custGeom>
            <a:avLst/>
            <a:gdLst/>
            <a:ahLst/>
            <a:cxnLst/>
            <a:rect r="r" b="b" t="t" l="l"/>
            <a:pathLst>
              <a:path h="5884601" w="5542224">
                <a:moveTo>
                  <a:pt x="0" y="0"/>
                </a:moveTo>
                <a:lnTo>
                  <a:pt x="5542224" y="0"/>
                </a:lnTo>
                <a:lnTo>
                  <a:pt x="5542224" y="5884601"/>
                </a:lnTo>
                <a:lnTo>
                  <a:pt x="0" y="5884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74444" y="-484526"/>
            <a:ext cx="5832291" cy="3138833"/>
          </a:xfrm>
          <a:custGeom>
            <a:avLst/>
            <a:gdLst/>
            <a:ahLst/>
            <a:cxnLst/>
            <a:rect r="r" b="b" t="t" l="l"/>
            <a:pathLst>
              <a:path h="3138833" w="5832291">
                <a:moveTo>
                  <a:pt x="0" y="0"/>
                </a:moveTo>
                <a:lnTo>
                  <a:pt x="5832291" y="0"/>
                </a:lnTo>
                <a:lnTo>
                  <a:pt x="5832291" y="3138833"/>
                </a:lnTo>
                <a:lnTo>
                  <a:pt x="0" y="31388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19809" y="174555"/>
            <a:ext cx="846380" cy="854145"/>
          </a:xfrm>
          <a:custGeom>
            <a:avLst/>
            <a:gdLst/>
            <a:ahLst/>
            <a:cxnLst/>
            <a:rect r="r" b="b" t="t" l="l"/>
            <a:pathLst>
              <a:path h="854145" w="846380">
                <a:moveTo>
                  <a:pt x="0" y="0"/>
                </a:moveTo>
                <a:lnTo>
                  <a:pt x="846380" y="0"/>
                </a:lnTo>
                <a:lnTo>
                  <a:pt x="846380" y="854145"/>
                </a:lnTo>
                <a:lnTo>
                  <a:pt x="0" y="8541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163058" y="8612192"/>
            <a:ext cx="3549444" cy="968477"/>
            <a:chOff x="0" y="0"/>
            <a:chExt cx="4732591" cy="129130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4732591" cy="473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2E1"/>
                  </a:solidFill>
                  <a:latin typeface="Lexend Exa"/>
                  <a:ea typeface="Lexend Exa"/>
                  <a:cs typeface="Lexend Exa"/>
                  <a:sym typeface="Lexend Exa"/>
                </a:rPr>
                <a:t>Apresentado por: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64439"/>
              <a:ext cx="4732591" cy="726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0"/>
                </a:lnSpc>
              </a:pPr>
              <a:r>
                <a:rPr lang="en-US" sz="1700">
                  <a:solidFill>
                    <a:srgbClr val="F4F2E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João Pedro Rodrigues de Araújo</a:t>
              </a:r>
            </a:p>
            <a:p>
              <a:pPr algn="ctr" marL="0" indent="0" lvl="0">
                <a:lnSpc>
                  <a:spcPts val="221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4F2E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Otávio Augusto Canola do Carmo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21451" y="1061008"/>
            <a:ext cx="444509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4F2E1"/>
                </a:solidFill>
                <a:latin typeface="Lexend Exa"/>
                <a:ea typeface="Lexend Exa"/>
                <a:cs typeface="Lexend Exa"/>
                <a:sym typeface="Lexend Exa"/>
              </a:rPr>
              <a:t>API BOT TELEGRAM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28116" y="525933"/>
            <a:ext cx="200608" cy="141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"/>
              </a:lnSpc>
              <a:spcBef>
                <a:spcPct val="0"/>
              </a:spcBef>
            </a:pPr>
            <a:r>
              <a:rPr lang="en-US" sz="871">
                <a:solidFill>
                  <a:srgbClr val="F4F2E1"/>
                </a:solidFill>
                <a:latin typeface="Lexend Deca"/>
                <a:ea typeface="Lexend Deca"/>
                <a:cs typeface="Lexend Deca"/>
                <a:sym typeface="Lexend Deca"/>
              </a:rPr>
              <a:t>API</a:t>
            </a: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DAG5uPLCoXs</dc:identifier>
  <dcterms:modified xsi:type="dcterms:W3CDTF">2011-08-01T06:04:30Z</dcterms:modified>
  <cp:revision>1</cp:revision>
  <dc:title>Apresentação API IA Telegram - João e Otávio</dc:title>
</cp:coreProperties>
</file>